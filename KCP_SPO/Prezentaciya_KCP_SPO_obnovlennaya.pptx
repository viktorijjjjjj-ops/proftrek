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КЦП СПО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  <a:latin typeface="Arial"/>
              </a:defRPr>
            </a:pPr>
            <a:r>
              <a:t>Региональная межведомственная платформа востребованности профессий и синхронизации контрольных цифр приема.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5C2D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Региональная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Спрос работодателей, данные центров занятости и планы ПОО разрознены; нет единой карты дефицита по муниципалитетам.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Цель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Связать кадровую потребность региона с объемами КЦП, возможностями ПОО и результатами трудоустройства.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Межведомственный контур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Орган управления образованием • центры занятости • работодатели • ПОО • отраслевые органы • региональный штаб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Единая модель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Муниципалитет → отрасль → профессия → спрос → предложение ПОО → КЦП → выпуск → трудоустройство.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Индекс востребованности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Заявки работодателей, вакансии, данные центров занятости, инвестиционные планы, трудоустройство выпускников и доступность подготовки.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Синхронизация КЦП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Спрос → расчет дефицита → предложение ПОО → проверка мощности и лимитов → межведомственная экспертиза → утвержденный свод.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Карта дефицита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Муниципалитеты, отрасли и профессии, где спрос не покрывается планом подготовки, а также зоны избыточного предложения.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Кабинеты участников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Работодатель подтверждает спрос; центр занятости верифицирует рынок труда; ПОО подает предложение; регион формирует свод.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Региональный пилот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5 муниципалитетов • 3 отрасли • 10 ПОО • 30 работодателей • 50 профессий с рассчитанной востребованностью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Эффект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Доказательное планирование приема, снижение избыточной подготовки, адресное закрытие кадрового дефицита и обратная связь от рынка труда.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25B"/>
                </a:solidFill>
                <a:latin typeface="Arial"/>
              </a:defRPr>
            </a:pPr>
            <a:r>
              <a:t>КЦП СПО  / 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233B"/>
                </a:solidFill>
                <a:latin typeface="Arial"/>
              </a:defRPr>
            </a:pPr>
            <a:r>
              <a:t>Следующий шаг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4435C"/>
                </a:solidFill>
                <a:latin typeface="Arial"/>
              </a:defRPr>
            </a:pPr>
            <a:r>
              <a:t>Утвердить региональную методику, назначить владельцев данных, подключить участников и провести первый межведомственный цикл КЦП.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18096"/>
                </a:solidFill>
                <a:latin typeface="Arial"/>
              </a:defRPr>
            </a:pPr>
            <a:r>
              <a:t>Платформа для доказательного формирования приема СПО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